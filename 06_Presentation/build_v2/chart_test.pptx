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Set-1 winner's win rate</c:v>
                </c:pt>
              </c:strCache>
            </c:strRef>
          </c:tx>
          <c:spPr>
            <a:solidFill>
              <a:srgbClr val="0EA5E9"/>
            </a:solidFill>
            <a:ln w="3810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After set 1</c:v>
                  </c:pt>
                  <c:pt idx="1">
                    <c:v>In a decider (3rd set)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86.2</c:v>
                </c:pt>
                <c:pt idx="1">
                  <c:v>49.3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Coin flip</c:v>
                </c:pt>
              </c:strCache>
            </c:strRef>
          </c:tx>
          <c:spPr>
            <a:solidFill>
              <a:srgbClr val="9AA3AD"/>
            </a:solidFill>
            <a:ln w="19050" cap="flat">
              <a:solidFill>
                <a:srgbClr val="9AA3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3AD"/>
              </a:solidFill>
              <a:ln w="9525" cap="flat">
                <a:solidFill>
                  <a:srgbClr val="9AA3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After set 1</c:v>
                  </c:pt>
                  <c:pt idx="1">
                    <c:v>In a decider (3rd set)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2026-07-15T21:17:16Z</dcterms:created>
  <dcterms:modified xsi:type="dcterms:W3CDTF">2026-07-15T21:17:16Z</dcterms:modified>
</cp:coreProperties>
</file>